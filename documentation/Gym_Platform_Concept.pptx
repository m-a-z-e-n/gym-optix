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62B35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754880"/>
            <a:ext cx="3291840" cy="3291840"/>
          </a:xfrm>
          <a:prstGeom prst="ellipse">
            <a:avLst/>
          </a:prstGeom>
          <a:solidFill>
            <a:srgbClr val="262B35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737360"/>
            <a:ext cx="1188720" cy="118872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5" name="Image 0" descr="/home/claude/gym_deck/icons/dumb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1903781"/>
            <a:ext cx="855878" cy="85587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063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6F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GYM &amp; FITNESS PLATFORM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3832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Concept &amp; Product Flow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51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individual AI-guided workouts to full gym network management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126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BRAINSTORM  ·  SEPTEMBER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One Platform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serves three connected audiences — each with a purpose-built experience.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139440" cy="4114800"/>
          </a:xfrm>
          <a:prstGeom prst="roundRect">
            <a:avLst>
              <a:gd name="adj" fmla="val 2913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61160" y="2240280"/>
            <a:ext cx="914400" cy="91440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7" name="Image 0" descr="/home/claude/gym_deck/icons/user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9176" y="2368296"/>
            <a:ext cx="658368" cy="6583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3375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Individual Plan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886200"/>
            <a:ext cx="240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users train anywhere with AI camera coaching, workout classification, and credit-based access.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053840" y="2057400"/>
            <a:ext cx="3139440" cy="4114800"/>
          </a:xfrm>
          <a:prstGeom prst="roundRect">
            <a:avLst>
              <a:gd name="adj" fmla="val 2913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66360" y="2240280"/>
            <a:ext cx="914400" cy="91440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12" name="Image 1" descr="/home/claude/gym_deck/icons/buil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76" y="2368296"/>
            <a:ext cx="658368" cy="6583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28160" y="33375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Gym Plan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4419600" y="3886200"/>
            <a:ext cx="240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members check in via QR, train on connected machines, and get real-time form guidance on-site.</a:t>
            </a:r>
            <a:endParaRPr lang="en-US" sz="1350" dirty="0"/>
          </a:p>
        </p:txBody>
      </p:sp>
      <p:sp>
        <p:nvSpPr>
          <p:cNvPr id="15" name="Shape 11"/>
          <p:cNvSpPr/>
          <p:nvPr/>
        </p:nvSpPr>
        <p:spPr>
          <a:xfrm>
            <a:off x="7559040" y="2057400"/>
            <a:ext cx="3139440" cy="4114800"/>
          </a:xfrm>
          <a:prstGeom prst="roundRect">
            <a:avLst>
              <a:gd name="adj" fmla="val 2913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71560" y="2240280"/>
            <a:ext cx="914400" cy="91440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17" name="Image 2" descr="/home/claude/gym_deck/icons/user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9576" y="2368296"/>
            <a:ext cx="658368" cy="6583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833360" y="333756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Layer</a:t>
            </a:r>
            <a:endParaRPr lang="en-US" sz="1900" dirty="0"/>
          </a:p>
        </p:txBody>
      </p:sp>
      <p:sp>
        <p:nvSpPr>
          <p:cNvPr id="19" name="Text 14"/>
          <p:cNvSpPr txBox="1"/>
          <p:nvPr/>
        </p:nvSpPr>
        <p:spPr>
          <a:xfrm>
            <a:off x="7924800" y="3886200"/>
            <a:ext cx="240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managers and a platform super manager oversee accounts, analytics, and system-wide controls.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USERS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Tier: Credit-Based Access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14600" y="2240280"/>
            <a:ext cx="1188720" cy="118872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6" name="Image 0" descr="/home/claude/gym_deck/icons/coi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1021" y="2406701"/>
            <a:ext cx="855878" cy="85587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5840" y="3657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C6F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FREE CREDITS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05840" y="406908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individual-plan user receives a fresh batch of free credits each week to spend on AI-powered tasks.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20116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035040" y="2606040"/>
            <a:ext cx="55778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AI camera-coaching features free to try, not paywalled from day one.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task in the Individual Plan — workout classification, rep guidance — draws down this balance.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up a natural upgrade path once weekly credits run out.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APPLICATION 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App Structure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first open, every user is walked through a short guide before landing on four core sections.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914900" cy="1874520"/>
          </a:xfrm>
          <a:prstGeom prst="roundRect">
            <a:avLst>
              <a:gd name="adj" fmla="val 4878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674620"/>
            <a:ext cx="822960" cy="82296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7" name="Image 0" descr="/home/claude/gym_deck/icons/compa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9614" y="2789834"/>
            <a:ext cx="592531" cy="59253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20240" y="2404872"/>
            <a:ext cx="3268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Workout Library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920240" y="2834640"/>
            <a:ext cx="32689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Browsable library of workouts to explore and start from.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783580" y="2148840"/>
            <a:ext cx="4914900" cy="1874520"/>
          </a:xfrm>
          <a:prstGeom prst="roundRect">
            <a:avLst>
              <a:gd name="adj" fmla="val 4878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49340" y="2674620"/>
            <a:ext cx="822960" cy="82296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12" name="Image 1" descr="/home/claude/gym_deck/icons/chart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4554" y="2789834"/>
            <a:ext cx="592531" cy="59253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55180" y="2404872"/>
            <a:ext cx="3268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Analysis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155180" y="2834640"/>
            <a:ext cx="32689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workout summaries, recommendations, and full history.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4343400"/>
            <a:ext cx="4914900" cy="1874520"/>
          </a:xfrm>
          <a:prstGeom prst="roundRect">
            <a:avLst>
              <a:gd name="adj" fmla="val 4878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14400" y="4869180"/>
            <a:ext cx="822960" cy="82296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17" name="Image 2" descr="/home/claude/gym_deck/icons/comment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14" y="4984394"/>
            <a:ext cx="592531" cy="59253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920240" y="4599432"/>
            <a:ext cx="3268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Bot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1920240" y="5029200"/>
            <a:ext cx="32689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assistant available throughout the app.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5783580" y="4343400"/>
            <a:ext cx="4914900" cy="1874520"/>
          </a:xfrm>
          <a:prstGeom prst="roundRect">
            <a:avLst>
              <a:gd name="adj" fmla="val 4878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149340" y="4869180"/>
            <a:ext cx="822960" cy="82296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22" name="Image 3" descr="/home/claude/gym_deck/icons/usercirc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554" y="4984394"/>
            <a:ext cx="592531" cy="592531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55180" y="4599432"/>
            <a:ext cx="3268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1700" dirty="0"/>
          </a:p>
        </p:txBody>
      </p:sp>
      <p:sp>
        <p:nvSpPr>
          <p:cNvPr id="24" name="Text 18"/>
          <p:cNvSpPr txBox="1"/>
          <p:nvPr/>
        </p:nvSpPr>
        <p:spPr>
          <a:xfrm>
            <a:off x="7155180" y="5029200"/>
            <a:ext cx="32689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details, subscription, and local settings — detailed next.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APPLICATION 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Inside the Profile Tab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2834640"/>
            <a:ext cx="1828800" cy="182880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5" name="Image 0" descr="/home/claude/gym_deck/icons/user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3090672"/>
            <a:ext cx="1316736" cy="13167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4892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480560" y="2221992"/>
            <a:ext cx="201168" cy="201168"/>
          </a:xfrm>
          <a:prstGeom prst="ellipse">
            <a:avLst/>
          </a:prstGeom>
          <a:solidFill>
            <a:srgbClr val="C6FF3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892040" y="1965960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Picture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2350008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User's photo, shown across the app.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480560" y="3273552"/>
            <a:ext cx="201168" cy="201168"/>
          </a:xfrm>
          <a:prstGeom prst="ellipse">
            <a:avLst/>
          </a:prstGeom>
          <a:solidFill>
            <a:srgbClr val="C6FF3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892040" y="3017520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Details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3401568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account info, and personal stats.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80560" y="4325112"/>
            <a:ext cx="201168" cy="201168"/>
          </a:xfrm>
          <a:prstGeom prst="ellipse">
            <a:avLst/>
          </a:prstGeom>
          <a:solidFill>
            <a:srgbClr val="C6FF3C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892040" y="4069080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Gym Subscription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4453128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— opens the linked gym plan and membership status.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480560" y="5376672"/>
            <a:ext cx="201168" cy="201168"/>
          </a:xfrm>
          <a:prstGeom prst="ellipse">
            <a:avLst/>
          </a:prstGeom>
          <a:solidFill>
            <a:srgbClr val="C6FF3C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92040" y="5120640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Settings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4892040" y="5504688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 and app-level preferences.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Camera Coaching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below draws from the user's weekly credit balance.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280160" y="2286000"/>
            <a:ext cx="914400" cy="91440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6" name="Image 0" descr="/home/claude/gym_deck/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2414016"/>
            <a:ext cx="658368" cy="6583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993392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Camera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8404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points the camera at their setup to begin.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958084" y="2715768"/>
            <a:ext cx="149352" cy="54864"/>
          </a:xfrm>
          <a:prstGeom prst="rect">
            <a:avLst/>
          </a:prstGeom>
          <a:solidFill>
            <a:srgbClr val="343B47"/>
          </a:solidFill>
          <a:ln/>
        </p:spPr>
      </p:sp>
      <p:sp>
        <p:nvSpPr>
          <p:cNvPr id="11" name="Shape 8"/>
          <p:cNvSpPr/>
          <p:nvPr/>
        </p:nvSpPr>
        <p:spPr>
          <a:xfrm>
            <a:off x="3870960" y="2286000"/>
            <a:ext cx="914400" cy="91440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12" name="Image 1" descr="/home/claude/gym_deck/icons/exclam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976" y="2414016"/>
            <a:ext cx="658368" cy="6583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84192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313944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Workout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139440" y="38404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the exercise; if more than one is possible, it prompts the user to pick.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548884" y="2715768"/>
            <a:ext cx="149352" cy="54864"/>
          </a:xfrm>
          <a:prstGeom prst="rect">
            <a:avLst/>
          </a:prstGeom>
          <a:solidFill>
            <a:srgbClr val="343B47"/>
          </a:solidFill>
          <a:ln/>
        </p:spPr>
      </p:sp>
      <p:sp>
        <p:nvSpPr>
          <p:cNvPr id="17" name="Shape 13"/>
          <p:cNvSpPr/>
          <p:nvPr/>
        </p:nvSpPr>
        <p:spPr>
          <a:xfrm>
            <a:off x="6461760" y="2286000"/>
            <a:ext cx="914400" cy="91440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18" name="Image 2" descr="/home/claude/gym_deck/icons/dumb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9776" y="2414016"/>
            <a:ext cx="658368" cy="65836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174992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73024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Reps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5730240" y="38404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guides the user to the correct, ideal rep count.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139684" y="2715768"/>
            <a:ext cx="149352" cy="54864"/>
          </a:xfrm>
          <a:prstGeom prst="rect">
            <a:avLst/>
          </a:prstGeom>
          <a:solidFill>
            <a:srgbClr val="343B47"/>
          </a:solidFill>
          <a:ln/>
        </p:spPr>
      </p:sp>
      <p:sp>
        <p:nvSpPr>
          <p:cNvPr id="23" name="Shape 18"/>
          <p:cNvSpPr/>
          <p:nvPr/>
        </p:nvSpPr>
        <p:spPr>
          <a:xfrm>
            <a:off x="9052560" y="2286000"/>
            <a:ext cx="914400" cy="91440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24" name="Image 3" descr="/home/claude/gym_deck/icons/coi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0576" y="2414016"/>
            <a:ext cx="658368" cy="65836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765792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8321040" y="3429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 Used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8321040" y="384048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credit is deducted for the completed task.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PLAN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Entering the Gym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4937760" cy="4114800"/>
          </a:xfrm>
          <a:prstGeom prst="roundRect">
            <a:avLst>
              <a:gd name="adj" fmla="val 2222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2331720"/>
            <a:ext cx="1097280" cy="109728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6" name="Image 0" descr="/home/claude/gym_deck/icons/qr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2499" y="2485339"/>
            <a:ext cx="790042" cy="7900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14400" y="3703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Opens at the Door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20624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gym scans the user's QR code before entry, which opens their session for the visit.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760720" y="2011680"/>
            <a:ext cx="5852160" cy="4114800"/>
          </a:xfrm>
          <a:prstGeom prst="roundRect">
            <a:avLst>
              <a:gd name="adj" fmla="val 2222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80960" y="2331720"/>
            <a:ext cx="1097280" cy="109728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11" name="Image 1" descr="/home/claude/gym_deck/icons/mapmark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4579" y="2485339"/>
            <a:ext cx="790042" cy="79004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126480" y="37033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Per-Exercise Check-In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126480" y="420624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inside, the user can scan a machine's QR code with their camera to confirm the specific exercise. GPS access is also requested, as an added layer of location security.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PLAN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Guided, In-Machine Workout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FF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2940" y="2080260"/>
            <a:ext cx="777240" cy="77724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6" name="Image 0" descr="/home/claude/gym_deck/icons/came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2189074"/>
            <a:ext cx="559613" cy="55961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14884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rests on a holder with the camera open, aimed at the user.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2940" y="3131820"/>
            <a:ext cx="777240" cy="77724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9" name="Image 1" descr="/home/claude/gym_deck/icons/wifi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754" y="3240634"/>
            <a:ext cx="559613" cy="55961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600200" y="320040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an active network connection — this step does not run locally.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035040" y="1508760"/>
            <a:ext cx="5577840" cy="4663440"/>
          </a:xfrm>
          <a:prstGeom prst="roundRect">
            <a:avLst>
              <a:gd name="adj" fmla="val 2353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00800" y="1783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6F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MACHINE-MOUNTED CAMERA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92240" y="2331720"/>
            <a:ext cx="914400" cy="91440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14" name="Image 2" descr="/home/claude/gym_deck/icons/exclam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0256" y="2459736"/>
            <a:ext cx="658368" cy="65836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589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Form Correction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400800" y="324612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machine has its own camera, it sends the user a screenshot marking their incorrect position with a red dot, alongside an alert and correction guidance.</a:t>
            </a:r>
            <a:endParaRPr lang="en-US" sz="135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47091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shown: workout name, description, and target rep count.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PLAN · INFRASTRUCTURE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Gym Networking Flow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gyms where not every member has mobile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40180" y="2354580"/>
            <a:ext cx="960120" cy="96012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6" name="Image 0" descr="/home/claude/gym_deck/icons/user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4597" y="2488997"/>
            <a:ext cx="691286" cy="6912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Device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31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workout data locally.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35858" y="2807208"/>
            <a:ext cx="672084" cy="54864"/>
          </a:xfrm>
          <a:prstGeom prst="rect">
            <a:avLst/>
          </a:prstGeom>
          <a:solidFill>
            <a:srgbClr val="343B47"/>
          </a:solidFill>
          <a:ln/>
        </p:spPr>
      </p:sp>
      <p:sp>
        <p:nvSpPr>
          <p:cNvPr id="10" name="Shape 7"/>
          <p:cNvSpPr/>
          <p:nvPr/>
        </p:nvSpPr>
        <p:spPr>
          <a:xfrm>
            <a:off x="5143500" y="2354580"/>
            <a:ext cx="960120" cy="96012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11" name="Image 1" descr="/home/claude/gym_deck/icons/netwo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917" y="2488997"/>
            <a:ext cx="691286" cy="69128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5196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Gym System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251960" y="3931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local data over the gym's access point.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139178" y="2807208"/>
            <a:ext cx="672084" cy="54864"/>
          </a:xfrm>
          <a:prstGeom prst="rect">
            <a:avLst/>
          </a:prstGeom>
          <a:solidFill>
            <a:srgbClr val="343B47"/>
          </a:solidFill>
          <a:ln/>
        </p:spPr>
      </p:sp>
      <p:sp>
        <p:nvSpPr>
          <p:cNvPr id="15" name="Shape 11"/>
          <p:cNvSpPr/>
          <p:nvPr/>
        </p:nvSpPr>
        <p:spPr>
          <a:xfrm>
            <a:off x="8846820" y="2354580"/>
            <a:ext cx="960120" cy="96012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16" name="Image 2" descr="/home/claude/gym_deck/icons/user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1237" y="2488997"/>
            <a:ext cx="691286" cy="69128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955280" y="3520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Sync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7955280" y="39319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system syncs collected data to the backend.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029200"/>
            <a:ext cx="10149840" cy="1234440"/>
          </a:xfrm>
          <a:prstGeom prst="roundRect">
            <a:avLst>
              <a:gd name="adj" fmla="val 8889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1005840" y="5230368"/>
            <a:ext cx="822960" cy="82296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21" name="Image 3" descr="/home/claude/gym_deck/icons/wifi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1054" y="5345582"/>
            <a:ext cx="592531" cy="59253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103120" y="52578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access point supports roughly 30–50 users. Gyms that skip an access point require members to use their own internet or mobile data instead.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MANAGER WEB PORTAL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&amp; Adding Users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creating an account and choosing standalone or linked, three onboarding paths cover every gym setup.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3139440" cy="4023360"/>
          </a:xfrm>
          <a:prstGeom prst="roundRect">
            <a:avLst>
              <a:gd name="adj" fmla="val 2913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61160" y="2286000"/>
            <a:ext cx="914400" cy="91440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7" name="Image 0" descr="/home/claude/gym_deck/icons/l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9176" y="2414016"/>
            <a:ext cx="658368" cy="6583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38328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 System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931920"/>
            <a:ext cx="240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links its own system; existing user accounts are imported directly into our platform.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053840" y="2103120"/>
            <a:ext cx="3139440" cy="4023360"/>
          </a:xfrm>
          <a:prstGeom prst="roundRect">
            <a:avLst>
              <a:gd name="adj" fmla="val 2913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166360" y="2286000"/>
            <a:ext cx="914400" cy="91440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12" name="Image 1" descr="/home/claude/gym_deck/icons/id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4376" y="2414016"/>
            <a:ext cx="658368" cy="6583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28160" y="338328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Match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419600" y="3931920"/>
            <a:ext cx="240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scans the user's profile QR to get their ID, then enters the matching ID from the gym's own system to combine the two records.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559040" y="2103120"/>
            <a:ext cx="3139440" cy="4023360"/>
          </a:xfrm>
          <a:prstGeom prst="roundRect">
            <a:avLst>
              <a:gd name="adj" fmla="val 2913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671560" y="2286000"/>
            <a:ext cx="914400" cy="91440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17" name="Image 2" descr="/home/claude/gym_deck/icons/qrc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9576" y="2414016"/>
            <a:ext cx="658368" cy="65836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833360" y="338328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Existing System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7924800" y="3931920"/>
            <a:ext cx="2407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Simplest path — just scan the user's QR code and they're added.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GYM MANAGER WEB PORTAL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 Activity Tracking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139440" cy="4114800"/>
          </a:xfrm>
          <a:prstGeom prst="roundRect">
            <a:avLst>
              <a:gd name="adj" fmla="val 2913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38300" y="2263140"/>
            <a:ext cx="960120" cy="96012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6" name="Image 0" descr="/home/claude/gym_deck/icons/chart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2717" y="2397557"/>
            <a:ext cx="691286" cy="69128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42900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Gym Analysis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77640"/>
            <a:ext cx="2407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users and exercises performed at a glance.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053840" y="2011680"/>
            <a:ext cx="3139440" cy="4114800"/>
          </a:xfrm>
          <a:prstGeom prst="roundRect">
            <a:avLst>
              <a:gd name="adj" fmla="val 2913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43500" y="2263140"/>
            <a:ext cx="960120" cy="96012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11" name="Image 1" descr="/home/claude/gym_deck/icons/calend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7917" y="2397557"/>
            <a:ext cx="691286" cy="69128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328160" y="342900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Tracking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419600" y="3977640"/>
            <a:ext cx="2407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user activity and absence over time.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7559040" y="2011680"/>
            <a:ext cx="3139440" cy="4114800"/>
          </a:xfrm>
          <a:prstGeom prst="roundRect">
            <a:avLst>
              <a:gd name="adj" fmla="val 2913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48700" y="2263140"/>
            <a:ext cx="960120" cy="96012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16" name="Image 2" descr="/home/claude/gym_deck/icons/his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3117" y="2397557"/>
            <a:ext cx="691286" cy="69128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833360" y="342900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Summaries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7924800" y="3977640"/>
            <a:ext cx="2407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weekly, and other rollups of user actions.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6F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ADMINISTRATION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Manager Controls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platform-wide role that oversees every gym and manager on the system.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3169920" cy="1737360"/>
          </a:xfrm>
          <a:prstGeom prst="roundRect">
            <a:avLst>
              <a:gd name="adj" fmla="val 5263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44980" y="2263140"/>
            <a:ext cx="777240" cy="77724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7" name="Image 0" descr="/home/claude/gym_deck/icons/b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3794" y="2371954"/>
            <a:ext cx="559613" cy="55961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154680"/>
            <a:ext cx="280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 Users / Delete Gyms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038600" y="2057400"/>
            <a:ext cx="3169920" cy="1737360"/>
          </a:xfrm>
          <a:prstGeom prst="roundRect">
            <a:avLst>
              <a:gd name="adj" fmla="val 5263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34940" y="2263140"/>
            <a:ext cx="777240" cy="77724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11" name="Image 1" descr="/home/claude/gym_deck/icons/build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3754" y="2371954"/>
            <a:ext cx="559613" cy="55961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21480" y="3154680"/>
            <a:ext cx="280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Gym Details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7528560" y="2057400"/>
            <a:ext cx="3169920" cy="1737360"/>
          </a:xfrm>
          <a:prstGeom prst="roundRect">
            <a:avLst>
              <a:gd name="adj" fmla="val 5263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724900" y="2263140"/>
            <a:ext cx="777240" cy="77724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15" name="Image 2" descr="/home/claude/gym_deck/icons/histor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714" y="2371954"/>
            <a:ext cx="559613" cy="55961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11440" y="3154680"/>
            <a:ext cx="280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History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548640" y="4114800"/>
            <a:ext cx="3169920" cy="1737360"/>
          </a:xfrm>
          <a:prstGeom prst="roundRect">
            <a:avLst>
              <a:gd name="adj" fmla="val 5263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1744980" y="4320540"/>
            <a:ext cx="777240" cy="77724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19" name="Image 3" descr="/home/claude/gym_deck/icons/gau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3794" y="4429354"/>
            <a:ext cx="559613" cy="559613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31520" y="5212080"/>
            <a:ext cx="280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App Activity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4038600" y="4114800"/>
            <a:ext cx="3169920" cy="1737360"/>
          </a:xfrm>
          <a:prstGeom prst="roundRect">
            <a:avLst>
              <a:gd name="adj" fmla="val 5263"/>
            </a:avLst>
          </a:prstGeom>
          <a:solidFill>
            <a:srgbClr val="262B35"/>
          </a:solidFill>
          <a:ln w="12700">
            <a:solidFill>
              <a:srgbClr val="343B47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234940" y="4320540"/>
            <a:ext cx="777240" cy="77724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23" name="Image 4" descr="/home/claude/gym_deck/icons/palet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3754" y="4429354"/>
            <a:ext cx="559613" cy="559613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221480" y="5212080"/>
            <a:ext cx="280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Banners &amp; Color Themes</a:t>
            </a:r>
            <a:endParaRPr lang="en-US" sz="1350" dirty="0"/>
          </a:p>
        </p:txBody>
      </p:sp>
      <p:sp>
        <p:nvSpPr>
          <p:cNvPr id="25" name="Text 18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F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262B35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1600200"/>
            <a:ext cx="1188720" cy="1188720"/>
          </a:xfrm>
          <a:prstGeom prst="ellipse">
            <a:avLst/>
          </a:prstGeom>
          <a:solidFill>
            <a:srgbClr val="C6FF3C"/>
          </a:solidFill>
          <a:ln/>
        </p:spPr>
      </p:sp>
      <p:pic>
        <p:nvPicPr>
          <p:cNvPr id="4" name="Image 0" descr="/home/claude/gym_deck/icons/flagchecke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1766621"/>
            <a:ext cx="855878" cy="85587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2926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6F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46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Brainstorm to Blueprint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0624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each flow into wireframes for the Individual, Gym, and Manager experiences.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technical spec for the camera-based AI classification and rep-counting model.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C9CF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the gym networking architecture and access-point capacity planning.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2026-09-13T14:58:30Z</dcterms:created>
  <dcterms:modified xsi:type="dcterms:W3CDTF">2026-09-13T14:58:30Z</dcterms:modified>
</cp:coreProperties>
</file>